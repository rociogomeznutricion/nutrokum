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1280160" y="1371600"/>
            <a:ext cx="9628632" cy="3931920"/>
          </a:xfrm>
          <a:prstGeom prst="roundRect">
            <a:avLst>
              <a:gd name="adj" fmla="val 279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280160" y="1371600"/>
            <a:ext cx="9628632" cy="384048"/>
          </a:xfrm>
          <a:prstGeom prst="roundRect">
            <a:avLst>
              <a:gd name="adj" fmla="val 28571"/>
            </a:avLst>
          </a:prstGeom>
          <a:solidFill>
            <a:srgbClr val="111827"/>
          </a:solidFill>
          <a:ln/>
        </p:spPr>
      </p:sp>
      <p:sp>
        <p:nvSpPr>
          <p:cNvPr id="5" name="Shape 3"/>
          <p:cNvSpPr/>
          <p:nvPr/>
        </p:nvSpPr>
        <p:spPr>
          <a:xfrm>
            <a:off x="1280160" y="1554480"/>
            <a:ext cx="9628632" cy="201168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6" name="Shape 4"/>
          <p:cNvSpPr/>
          <p:nvPr/>
        </p:nvSpPr>
        <p:spPr>
          <a:xfrm>
            <a:off x="1508760" y="1508760"/>
            <a:ext cx="100584" cy="100584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7" name="Shape 5"/>
          <p:cNvSpPr/>
          <p:nvPr/>
        </p:nvSpPr>
        <p:spPr>
          <a:xfrm>
            <a:off x="1709928" y="1508760"/>
            <a:ext cx="100584" cy="100584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8" name="Shape 6"/>
          <p:cNvSpPr/>
          <p:nvPr/>
        </p:nvSpPr>
        <p:spPr>
          <a:xfrm>
            <a:off x="1911096" y="1508760"/>
            <a:ext cx="100584" cy="1005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80160" y="1371600"/>
            <a:ext cx="9628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nutriku@consulta ~ primera_sesion.sh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2057400"/>
            <a:ext cx="85313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whoami
</a:t>
            </a:r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NUTRIKU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3520440"/>
            <a:ext cx="8531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MÉTODO ARRANCA — Alimentación consciente sin dietas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828800" y="4023360"/>
            <a:ext cx="8531352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828800" y="4206240"/>
            <a:ext cx="8531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Bienvenida a tu primera consulta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4663440"/>
            <a:ext cx="8531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Rocío Gómez  ·  Técnico Superior en Dietética  ·  Creadora del Método ARRANCA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5989320"/>
            <a:ext cx="9628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nutriku.com   ·   @nutrikunutricion   ·   skool.com/nutriku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mí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 programar dietas a programar hábitos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743200" cy="2743200"/>
          </a:xfrm>
          <a:prstGeom prst="roundRect">
            <a:avLst>
              <a:gd name="adj" fmla="val 5333"/>
            </a:avLst>
          </a:prstGeom>
          <a:solidFill>
            <a:srgbClr val="0F172A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2240280"/>
            <a:ext cx="1280160" cy="1280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71600" y="22402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703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Rocío Gómez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041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Técnico Superior en Dietética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94760" y="1783080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9476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361688" y="1737360"/>
            <a:ext cx="7159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Superior en Dietética, con formación previa en informática.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794760" y="2560320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79476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361688" y="2514600"/>
            <a:ext cx="7159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Aplico el pensamiento lógico y estructurado a la educación nutricional.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794760" y="3337560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79476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361688" y="3291840"/>
            <a:ext cx="7159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Creadora del Método ARRANCA, tras años de dietas restrictivas fallidas.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794760" y="4114800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79476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361688" y="4069080"/>
            <a:ext cx="7159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enfoque: tu cuerpo no es una máquina que optimizar, es un sistema que aprende contigo.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794760" y="5029200"/>
            <a:ext cx="7726680" cy="868680"/>
          </a:xfrm>
          <a:prstGeom prst="roundRect">
            <a:avLst>
              <a:gd name="adj" fmla="val 10526"/>
            </a:avLst>
          </a:prstGeom>
          <a:solidFill>
            <a:srgbClr val="0F172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114800" y="5029200"/>
            <a:ext cx="7086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dejé de tratar a mi cuerpo como una máquina y empecé 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tratarlo como a un ser humano.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NUTRIKU · Método ARRANCA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las dietas tradicionales fallan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6309360" cy="4297680"/>
          </a:xfrm>
          <a:prstGeom prst="roundRect">
            <a:avLst>
              <a:gd name="adj" fmla="val 2128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417320"/>
            <a:ext cx="6309360" cy="384048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554480"/>
            <a:ext cx="100584" cy="100584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6" name="Shape 4"/>
          <p:cNvSpPr/>
          <p:nvPr/>
        </p:nvSpPr>
        <p:spPr>
          <a:xfrm>
            <a:off x="1069848" y="1554480"/>
            <a:ext cx="100584" cy="100584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7" name="Shape 5"/>
          <p:cNvSpPr/>
          <p:nvPr/>
        </p:nvSpPr>
        <p:spPr>
          <a:xfrm>
            <a:off x="1271016" y="1554480"/>
            <a:ext cx="100584" cy="1005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41732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log_errores.sh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01168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001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dieta_restrictiva.exe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Metabolismo entra en "modo ahorro"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92608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002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prohibir_hidratos.exe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Apagón energético → atracón por rebote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84048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003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bascula_diaria.exe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Variable poco fiable, genera falsos negativos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75488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004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todo_o_nada.exe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Un fallo puntual detiene el proceso entero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223760" y="1417320"/>
            <a:ext cx="429768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4380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diagnóstico real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543800" y="21945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del fracaso en dieta no es falta de fuerza de voluntad. Es un enfoque mal diseñado para tu realidad.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543800" y="3383280"/>
            <a:ext cx="3657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43800" y="36118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nunca fuiste tú.</a:t>
            </a:r>
            <a:endParaRPr lang="en-US" sz="1900" dirty="0"/>
          </a:p>
          <a:p>
            <a:pPr indent="0" marL="0">
              <a:buNone/>
            </a:pPr>
            <a:r>
              <a:rPr lang="en-US" sz="1900" b="1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 el enfoque.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7543800" y="4983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aquí es donde entra el Método ARRANCA.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NUTRIKU · Método ARRANCA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filosofía de trabajo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Cuatro principios que no negocio en ninguna consulta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51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alimentos prohibidos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08152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con criterio, nunca reglas impuestas en un folio.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187452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0" y="21031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651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Realismo ante todo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308152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 se adapta a tu vida real, no al revés.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11480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43434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892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más allá de la báscula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53218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Energía, digestión, fuerza y descanso también son progreso.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0" y="411480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43434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4892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Constancia, no perfección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53218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20% sostenido en el tiempo gana siempre al 100% de una semana.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NUTRIKU · Método ARRANCA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 ARRANCA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 acrónimo, siete piezas de tu propio manual de instrucciones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481328" cy="2880360"/>
          </a:xfrm>
          <a:prstGeom prst="roundRect">
            <a:avLst>
              <a:gd name="adj" fmla="val 6173"/>
            </a:avLst>
          </a:prstGeom>
          <a:solidFill>
            <a:srgbClr val="0F17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10312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97180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7472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el porqué, no seguir un folio a ciegas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58568" y="1874520"/>
            <a:ext cx="1481328" cy="2880360"/>
          </a:xfrm>
          <a:prstGeom prst="roundRect">
            <a:avLst>
              <a:gd name="adj" fmla="val 6173"/>
            </a:avLst>
          </a:prstGeom>
          <a:solidFill>
            <a:srgbClr val="05966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258568" y="210312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4200" dirty="0"/>
          </a:p>
        </p:txBody>
      </p:sp>
      <p:sp>
        <p:nvSpPr>
          <p:cNvPr id="10" name="Text 8"/>
          <p:cNvSpPr txBox="1"/>
          <p:nvPr/>
        </p:nvSpPr>
        <p:spPr>
          <a:xfrm>
            <a:off x="2350008" y="297180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Realismo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350008" y="347472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Adaptado a tu horario y tu vida, no al contrario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77056" y="1874520"/>
            <a:ext cx="1481328" cy="2880360"/>
          </a:xfrm>
          <a:prstGeom prst="roundRect">
            <a:avLst>
              <a:gd name="adj" fmla="val 6173"/>
            </a:avLst>
          </a:prstGeom>
          <a:solidFill>
            <a:srgbClr val="0F172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877056" y="210312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4200" dirty="0"/>
          </a:p>
        </p:txBody>
      </p:sp>
      <p:sp>
        <p:nvSpPr>
          <p:cNvPr id="14" name="Text 12"/>
          <p:cNvSpPr txBox="1"/>
          <p:nvPr/>
        </p:nvSpPr>
        <p:spPr>
          <a:xfrm>
            <a:off x="3968496" y="297180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Rutinas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968496" y="347472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Hábitos automáticos y kit de emergencia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95544" y="1874520"/>
            <a:ext cx="1481328" cy="2880360"/>
          </a:xfrm>
          <a:prstGeom prst="roundRect">
            <a:avLst>
              <a:gd name="adj" fmla="val 6173"/>
            </a:avLst>
          </a:prstGeom>
          <a:solidFill>
            <a:srgbClr val="05966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95544" y="210312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4200" dirty="0"/>
          </a:p>
        </p:txBody>
      </p:sp>
      <p:sp>
        <p:nvSpPr>
          <p:cNvPr id="18" name="Text 16"/>
          <p:cNvSpPr txBox="1"/>
          <p:nvPr/>
        </p:nvSpPr>
        <p:spPr>
          <a:xfrm>
            <a:off x="5586984" y="297180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Alimentación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586984" y="347472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Proteína primero, plato con criterio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14032" y="1874520"/>
            <a:ext cx="1481328" cy="2880360"/>
          </a:xfrm>
          <a:prstGeom prst="roundRect">
            <a:avLst>
              <a:gd name="adj" fmla="val 6173"/>
            </a:avLst>
          </a:prstGeom>
          <a:solidFill>
            <a:srgbClr val="0F172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14032" y="210312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42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297180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NEAT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205472" y="347472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 diario más allá del gimnasio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732520" y="1874520"/>
            <a:ext cx="1481328" cy="2880360"/>
          </a:xfrm>
          <a:prstGeom prst="roundRect">
            <a:avLst>
              <a:gd name="adj" fmla="val 6173"/>
            </a:avLst>
          </a:prstGeom>
          <a:solidFill>
            <a:srgbClr val="05966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732520" y="210312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4200" dirty="0"/>
          </a:p>
        </p:txBody>
      </p:sp>
      <p:sp>
        <p:nvSpPr>
          <p:cNvPr id="26" name="Text 24"/>
          <p:cNvSpPr txBox="1"/>
          <p:nvPr/>
        </p:nvSpPr>
        <p:spPr>
          <a:xfrm>
            <a:off x="8823960" y="297180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Constancia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823960" y="347472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80/20, sin mentalidad todo o nada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0351008" y="1874520"/>
            <a:ext cx="1481328" cy="2880360"/>
          </a:xfrm>
          <a:prstGeom prst="roundRect">
            <a:avLst>
              <a:gd name="adj" fmla="val 6173"/>
            </a:avLst>
          </a:prstGeom>
          <a:solidFill>
            <a:srgbClr val="0F172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351008" y="210312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4200" dirty="0"/>
          </a:p>
        </p:txBody>
      </p:sp>
      <p:sp>
        <p:nvSpPr>
          <p:cNvPr id="30" name="Text 28"/>
          <p:cNvSpPr txBox="1"/>
          <p:nvPr/>
        </p:nvSpPr>
        <p:spPr>
          <a:xfrm>
            <a:off x="10442448" y="297180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10442448" y="347472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energía, digestión y fuerza, no solo el peso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NUTRIKU · Método ARRANCA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trabajamos juntas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 proceso claro, en cuatro fases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7340" y="224028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7734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632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inicial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65760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anamnesis + esta primera sesión en profundidad.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172968" y="2194560"/>
            <a:ext cx="21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10712" y="196596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7972" y="224028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4797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639312" y="30632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personalizado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39312" y="365760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y estrategias, nunca un menú cerrado de talla única.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2194560"/>
            <a:ext cx="21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181344" y="196596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18604" y="224028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18604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409944" y="30632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9944" y="365760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Auditorías quincenales: energía, digestión, ropa, fuerza.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714232" y="2194560"/>
            <a:ext cx="21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951976" y="196596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889236" y="224028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8892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9180576" y="30632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180576" y="365760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Acompañamiento continuo dentro de NUTRIKU en Skool.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NUTRIKU · Método ARRANCA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vamos a revisar hoy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base de tu diagnóstico personalizado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1828800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rutina real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2212848"/>
            <a:ext cx="4498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 de trabajo, energía disponible, tiempo para cocinar.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26480" y="192024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1264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748272" y="1828800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despensa y kit de emergencia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748272" y="2212848"/>
            <a:ext cx="4498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tienes hoy y qué te falta para los días caóticos.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3291840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relación con la comida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3675888"/>
            <a:ext cx="4498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Hambre física vs. emocional, historial de dietas.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338328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2648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748272" y="3291840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hormonal y digestión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48272" y="3675888"/>
            <a:ext cx="4498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aplica: cómo varía tu tránsito según la fase del ciclo.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84632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61872" y="4754880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objetivos reales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61872" y="5138928"/>
            <a:ext cx="4498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lo estético: energía, salud, rendimiento.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26480" y="484632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12648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748272" y="4754880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nivel de movimiento (NEAT)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748272" y="5138928"/>
            <a:ext cx="4498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te mueves fuera del gimnasio, en el día a día.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NUTRIKU · Método ARRANCA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que vas a tener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trabajas solo con una hoja de cálculo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383280" cy="169164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130552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697480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nutricional de emergencia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081528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Diseñado a tu medida, para los días sin tiempo ni ganas.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874520"/>
            <a:ext cx="3383280" cy="169164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9432" y="2130552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9432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2697480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Diario de sensaciones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3081528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escuchar a tu cuerpo, no solo contar calorías.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874520"/>
            <a:ext cx="3383280" cy="169164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02752" y="2130552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02752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02752" y="2697480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Guías y recetas ARRANCA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302752" y="3081528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descargables, sin lenguaje técnico innecesario.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794760"/>
            <a:ext cx="3383280" cy="169164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4050792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96112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4617720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 NUTRIKU en Skool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5001768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Acompañamiento y resolución de dudas entre sesiones.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43400" y="3794760"/>
            <a:ext cx="3383280" cy="169164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99432" y="4050792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99432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599432" y="4617720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Auditorías quincenales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99432" y="5001768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real: ropa, energía, digestión, fuerza.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3794760"/>
            <a:ext cx="3383280" cy="169164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02752" y="4050792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02752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8302752" y="4617720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web NUTRIKU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302752" y="5001768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Calculadoras y wizards para decisiones del día a día.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NUTRIKU · Método ARRANCA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te pido a cambio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Esto funciona en los dos sentidos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24028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19456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Honestidad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256032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tu diario de sensaciones y en cada sesión, incluso cuando algo no ha ido bien.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329184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324612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Constancia, no perfección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783080" y="361188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la regla 80/20. Un desliz puntual no invalida el proceso.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97280" y="434340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783080" y="429768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abierto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783080" y="466344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 qué funciona y qué no. El método se ajusta a ti, no al revés.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NUTRIKU · Método ARRANCA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Tres acciones antes de la siguiente sesión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488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880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tu formulario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3375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Anamnesis, rutina y despensa — te lo envío hoy mismo.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920240"/>
            <a:ext cx="3429000" cy="2651760"/>
          </a:xfrm>
          <a:prstGeom prst="roundRect">
            <a:avLst>
              <a:gd name="adj" fmla="val 344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21488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880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tu próxima sesión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3375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tu plan ya diseñado a partir de esta conversación.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920240"/>
            <a:ext cx="342900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0" y="21488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880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Únete a la comunidad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33375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NUTRIKU en Skool, para acompañarte entre sesiones.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NUTRIKU · Método ARRANCA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ejecutando cambio_real.sh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9748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Empecemos a compilar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mejor versión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270248" y="4343400"/>
            <a:ext cx="36576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4617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Rocío Gómez  ·  Técnico Superior en Dietética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nutriku.com   ·   @nutrikunutricion   ·   skool.com/nutriku-5886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2026-09-08T20:06:59Z</dcterms:created>
  <dcterms:modified xsi:type="dcterms:W3CDTF">2026-09-08T20:06:59Z</dcterms:modified>
</cp:coreProperties>
</file>