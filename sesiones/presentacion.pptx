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371600"/>
            <a:ext cx="9628632" cy="3931920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371600"/>
            <a:ext cx="9628632" cy="384048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554480"/>
            <a:ext cx="9628632" cy="2011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508760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709928" y="1508760"/>
            <a:ext cx="100584" cy="1005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1911096" y="150876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1371600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nutriku@consulta ~ primera_sesion.sh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57400"/>
            <a:ext cx="8531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
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NUTRIKU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52044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MÉTODO ARRANCA — Alimentación consciente sin dietas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4023360"/>
            <a:ext cx="853135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0" y="420624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 tu primera consulta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66344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Rocío Gómez  ·  Técnico Superior en Dietética  ·  Creadora del Método ARRANCA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989320"/>
            <a:ext cx="9628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nutriku.com   ·   @nutrikunutricion   ·   skool.com/nutriku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/>
        </p:nvSpPr>
        <p:spPr>
          <a:xfrm>
            <a:off x="640080" y="50292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Sobre mí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640080" y="105156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De programar dietas a programar hábitos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40080" y="1737360"/>
            <a:ext cx="2743200" cy="2743200"/>
          </a:xfrm>
          <a:prstGeom prst="roundRect">
            <a:avLst>
              <a:gd fmla="val 533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371600" y="2240280"/>
            <a:ext cx="1280100" cy="1280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1371600" y="2240280"/>
            <a:ext cx="1280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640080" y="37033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Rocío Gómez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640080" y="404164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1FAE5"/>
                </a:solidFill>
                <a:latin typeface="Consolas"/>
                <a:ea typeface="Consolas"/>
                <a:cs typeface="Consolas"/>
                <a:sym typeface="Consolas"/>
              </a:rPr>
              <a:t>Técnico Superior en Dietética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3794760" y="1783080"/>
            <a:ext cx="384000" cy="384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3794760" y="178308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4361688" y="1737360"/>
            <a:ext cx="715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Técnico Superior en Dietética, con formación previa en informática.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3794760" y="2560320"/>
            <a:ext cx="384000" cy="384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3794760" y="256032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4361688" y="2514600"/>
            <a:ext cx="715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Aplico el pensamiento lógico y estructurado a la educación nutricional.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794760" y="3337560"/>
            <a:ext cx="384000" cy="384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3794760" y="333756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4361688" y="3291840"/>
            <a:ext cx="715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Creadora del Método ARRANCA, tras años de dietas restrictivas fallidas.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794760" y="4114800"/>
            <a:ext cx="384000" cy="384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794760" y="411480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361688" y="4069080"/>
            <a:ext cx="715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 enfoque: tu cuerpo no es una máquina que optimizar, es un sistema que aprende contigo.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794760" y="5029200"/>
            <a:ext cx="7726800" cy="868800"/>
          </a:xfrm>
          <a:prstGeom prst="roundRect">
            <a:avLst>
              <a:gd fmla="val 1052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 txBox="1"/>
          <p:nvPr/>
        </p:nvSpPr>
        <p:spPr>
          <a:xfrm>
            <a:off x="4114800" y="5029200"/>
            <a:ext cx="708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// dejé de tratar a mi cuerpo como una máquina y empecé 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// tratarlo como a un ser humano.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NUTRIKU · Método ARRANCA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11277295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950" y="1885197"/>
            <a:ext cx="2251455" cy="1688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dietas tradicionales fallan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6309360" cy="38404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54480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1554480"/>
            <a:ext cx="100584" cy="1005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55448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log_errores.sh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116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001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dieta_restrictiva.exe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Metabolismo entra en "modo ahorro"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260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002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prohibir_hidratos.exe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Apagón energético → atracón por rebote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404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003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bascula_diaria.exe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Variable poco fiable, genera falsos negativos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004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todo_o_nada.exe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Un fallo puntual detiene el proceso entero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real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194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del fracaso en dieta no es falta de fuerza de voluntad. Es un enfoque mal diseñado para tu realidad.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338328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3611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nunca fuiste tú.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el enfoque.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983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aquí es donde entra el Método ARRANCA.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filosofía de trabajo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Cuatro principios que no negocio en ninguna consulta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alimentos prohibidos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criterio, nunca reglas impuestas en un folio.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Realismo ante todo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se adapta a tu vida real, no al revés.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más allá de la báscula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digestión, fuerza y descanso también son progreso.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Constancia, no perfección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20% sostenido en el tiempo gana siempre al 100% de una semana.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ARRANCA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acrónimo, siete piezas de tu propio manual de instrucciones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porqué, no seguir un folio a ciegas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58568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58568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50008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 tu horario y tu vida, no al contrario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77056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77056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3968496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68496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automáticos y kit de emergencia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95544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95544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4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86984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primero, plato con criterio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14032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14032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diario más allá del gimnasio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32520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32520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2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80/20, sin mentalidad todo o nada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351008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51008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30" name="Text 28"/>
          <p:cNvSpPr txBox="1"/>
          <p:nvPr/>
        </p:nvSpPr>
        <p:spPr>
          <a:xfrm>
            <a:off x="10442448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442448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energía, digestión y fuerza, no solo el peso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 juntas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proceso claro, en cuatro fases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73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anamnesis + esta primera sesión en profundidad.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1945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7972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797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personalizado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y estrategias, nunca un menú cerrado de talla única.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1945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1344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18604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1860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quincenales: energía, digestión, ropa, fuerza.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21945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51976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89236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892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continuo dentro de NUTRIKU en Skool.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revisar hoy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base de tu diagnóstico personalizado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82880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rutina real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21284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trabajo, energía disponible, tiempo para cocinar.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182880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despensa y kit de emergencia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21284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hoy y qué te falta para los días caóticos.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29184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relación con la comida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67588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Hambre física vs. emocional, historial de dietas.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29184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hormonal y digestión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367588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aplica: cómo varía tu tránsito según la fase del ciclo.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7548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objetivos reales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13892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lo estético: energía, salud, rendimiento.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8463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47548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nivel de movimiento (NEAT)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513892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te mueves fuera del gimnasio, en el día a día.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que vas a tener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trabajas solo con una hoja de cálculo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nutricional de emergencia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815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a tu medida, para los días sin tiempo ni ganas.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1305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97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 sensaciones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0815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escuchar a tu cuerpo, no solo contar calorías.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1305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697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y recetas ARRANCA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0815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descargables, sin lenguaje técnico innecesario.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507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617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NUTRIKU en Skool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y resolución de dudas entre sesiones.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507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617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quincenales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real: ropa, energía, digestión, fuerza.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507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617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web NUTRIKU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 y wizards para decisiones del día a día.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pido a cambio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 funciona en los dos sentidos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945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5603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diario de sensaciones y en cada sesión, incluso cuando algo no ha ido bien.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2461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Constancia, no perfección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6118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regla 80/20. Un desliz puntual no invalida el proceso.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2976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abierto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6634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qué funciona y qué no. El método se ajusta a ti, no al revés.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 acciones antes de la siguiente sesión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tu formulario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Anamnesis, rutina y despensa — te lo envío hoy mismo.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tu próxima sesión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plan ya diseñado a partir de esta conversación.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Únete a la comunidad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NUTRIKU en Skool, para acompañarte entre sesiones.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ejecutando cambio_real.sh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a compilar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mejor versión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270248" y="4343400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Rocío Gómez  ·  Técnico Superior en Dietética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nutriku.com   ·   @nutrikunutricion   ·   skool.com/nutriku-5886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